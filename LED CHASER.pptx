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330" r:id="rId9"/>
    <p:sldId id="323" r:id="rId10"/>
    <p:sldId id="334" r:id="rId11"/>
    <p:sldId id="335" r:id="rId12"/>
    <p:sldId id="336" r:id="rId13"/>
    <p:sldId id="315" r:id="rId14"/>
    <p:sldId id="319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88" autoAdjust="0"/>
  </p:normalViewPr>
  <p:slideViewPr>
    <p:cSldViewPr snapToGrid="0" snapToObjects="1">
      <p:cViewPr varScale="1">
        <p:scale>
          <a:sx n="73" d="100"/>
          <a:sy n="73" d="100"/>
        </p:scale>
        <p:origin x="366" y="4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pPr>
              <a:lnSpc>
                <a:spcPct val="104000"/>
              </a:lnSpc>
            </a:pPr>
            <a:r>
              <a:rPr lang="en-US" dirty="0"/>
              <a:t>LED PCB DESIGN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LED Chaser Circuit</a:t>
            </a:r>
          </a:p>
          <a:p>
            <a:r>
              <a:rPr lang="en-US" dirty="0"/>
              <a:t>PCB Design &amp; Routing</a:t>
            </a:r>
          </a:p>
          <a:p>
            <a:r>
              <a:rPr lang="en-US" dirty="0"/>
              <a:t>EMI/Signal Integrity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100" y="195592"/>
            <a:ext cx="5723586" cy="866031"/>
          </a:xfrm>
        </p:spPr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3BF816-4B52-BA41-6C03-CB04C393BF76}"/>
              </a:ext>
            </a:extLst>
          </p:cNvPr>
          <p:cNvSpPr txBox="1">
            <a:spLocks/>
          </p:cNvSpPr>
          <p:nvPr/>
        </p:nvSpPr>
        <p:spPr>
          <a:xfrm>
            <a:off x="5171100" y="1230967"/>
            <a:ext cx="6583680" cy="498448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understand the complete PCB development from schematic to fabrication.</a:t>
            </a:r>
          </a:p>
          <a:p>
            <a:endParaRPr lang="en-US" dirty="0"/>
          </a:p>
          <a:p>
            <a:r>
              <a:rPr lang="en-US" dirty="0"/>
              <a:t>To study both single layer PCB.</a:t>
            </a:r>
          </a:p>
          <a:p>
            <a:endParaRPr lang="en-US" dirty="0"/>
          </a:p>
          <a:p>
            <a:r>
              <a:rPr lang="en-US" dirty="0"/>
              <a:t>To understand component placement, routing and grounding strategies.</a:t>
            </a:r>
          </a:p>
          <a:p>
            <a:endParaRPr lang="en-US" dirty="0"/>
          </a:p>
          <a:p>
            <a:r>
              <a:rPr lang="en-US" dirty="0"/>
              <a:t>To gain practical knowledge in PCB fabrication, soldering, testing and debugging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EC980C8-A0DF-1FCA-E5F0-699E51654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4" y="0"/>
            <a:ext cx="4114800" cy="636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6119" y="816017"/>
            <a:ext cx="5935669" cy="710249"/>
          </a:xfrm>
        </p:spPr>
        <p:txBody>
          <a:bodyPr/>
          <a:lstStyle/>
          <a:p>
            <a:r>
              <a:rPr lang="en-US" dirty="0"/>
              <a:t>LED CHASER CIRCUIT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27C1DA3-0EAA-F12B-1CE4-C94C1C483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611" y="1652526"/>
            <a:ext cx="5259554" cy="4760631"/>
          </a:xfrm>
        </p:spPr>
        <p:txBody>
          <a:bodyPr>
            <a:normAutofit/>
          </a:bodyPr>
          <a:lstStyle/>
          <a:p>
            <a:r>
              <a:rPr lang="en-IN" sz="2000" b="1" dirty="0"/>
              <a:t>Components</a:t>
            </a: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NE555 Timer 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CD-4017 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LEDs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Resistors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Capacitors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Potentiometer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F86189-C56A-A890-2CC1-1CEE1B39C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064" y="1778786"/>
            <a:ext cx="7824650" cy="476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E06F-F9CF-94DD-703F-546E8001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96E2-1021-6EC8-B3FE-B05A862A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78" y="254928"/>
            <a:ext cx="9879437" cy="554766"/>
          </a:xfrm>
        </p:spPr>
        <p:txBody>
          <a:bodyPr/>
          <a:lstStyle/>
          <a:p>
            <a:r>
              <a:rPr lang="en-IN" dirty="0"/>
              <a:t>WORKING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0CFFF-E6BA-B9DB-1194-B99D36401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3388" y="1309670"/>
            <a:ext cx="2975217" cy="4323568"/>
          </a:xfrm>
        </p:spPr>
        <p:txBody>
          <a:bodyPr/>
          <a:lstStyle/>
          <a:p>
            <a:r>
              <a:rPr lang="en-IN" dirty="0"/>
              <a:t>Power Supply Stage</a:t>
            </a:r>
          </a:p>
          <a:p>
            <a:r>
              <a:rPr lang="en-IN" dirty="0"/>
              <a:t>IC555 Timer Operation</a:t>
            </a:r>
          </a:p>
          <a:p>
            <a:r>
              <a:rPr lang="en-IN" dirty="0"/>
              <a:t>Charging and Discharging Process</a:t>
            </a:r>
          </a:p>
          <a:p>
            <a:r>
              <a:rPr lang="en-IN" dirty="0"/>
              <a:t>Frequency Control</a:t>
            </a:r>
          </a:p>
          <a:p>
            <a:r>
              <a:rPr lang="en-IN" dirty="0"/>
              <a:t>CD4017 Decade Counter Operation</a:t>
            </a:r>
          </a:p>
          <a:p>
            <a:r>
              <a:rPr lang="en-IN" dirty="0"/>
              <a:t>Sequential LED Glowing</a:t>
            </a:r>
          </a:p>
          <a:p>
            <a:r>
              <a:rPr lang="en-IN" dirty="0"/>
              <a:t>Reset Operation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C2BDF-5084-75E7-4910-DFC3A1F3B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59914" y="692942"/>
            <a:ext cx="3589279" cy="602851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Power Supply Stage</a:t>
            </a:r>
          </a:p>
          <a:p>
            <a:r>
              <a:rPr lang="en-US" dirty="0"/>
              <a:t>Circuit powered using 5V/9V DC supply </a:t>
            </a:r>
          </a:p>
          <a:p>
            <a:r>
              <a:rPr lang="en-US" dirty="0"/>
              <a:t>Power given to IC555 and CD4017 </a:t>
            </a:r>
          </a:p>
          <a:p>
            <a:r>
              <a:rPr lang="en-US" dirty="0"/>
              <a:t>Common ground maintained throughout circuit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IC555 Timer Operation</a:t>
            </a:r>
          </a:p>
          <a:p>
            <a:r>
              <a:rPr lang="en-US" dirty="0"/>
              <a:t>Operates in astable multivibrator mode </a:t>
            </a:r>
          </a:p>
          <a:p>
            <a:r>
              <a:rPr lang="en-US" dirty="0"/>
              <a:t>Continuously generates clock pulses </a:t>
            </a:r>
          </a:p>
          <a:p>
            <a:r>
              <a:rPr lang="en-US" dirty="0"/>
              <a:t>Output pulses produced at pin 3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Charging and Discharging Process</a:t>
            </a:r>
          </a:p>
          <a:p>
            <a:r>
              <a:rPr lang="en-US" dirty="0"/>
              <a:t>Capacitor charges through resistors </a:t>
            </a:r>
          </a:p>
          <a:p>
            <a:r>
              <a:rPr lang="en-US" dirty="0"/>
              <a:t>Discharges through IC555 timer </a:t>
            </a:r>
          </a:p>
          <a:p>
            <a:r>
              <a:rPr lang="en-US" dirty="0"/>
              <a:t>Generates continuous oscillations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Frequency Control</a:t>
            </a:r>
          </a:p>
          <a:p>
            <a:r>
              <a:rPr lang="en-US" dirty="0"/>
              <a:t>Potentiometer changes resistance </a:t>
            </a:r>
          </a:p>
          <a:p>
            <a:r>
              <a:rPr lang="en-US" dirty="0"/>
              <a:t>Controls pulse frequency </a:t>
            </a:r>
          </a:p>
          <a:p>
            <a:r>
              <a:rPr lang="en-US" dirty="0"/>
              <a:t>Adjusts LED blinking speed 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8FCF7-EC00-129F-7AE9-415EC151E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C85AF30-183C-5D6D-FB1D-9CD8D7816B3B}"/>
              </a:ext>
            </a:extLst>
          </p:cNvPr>
          <p:cNvSpPr txBox="1">
            <a:spLocks/>
          </p:cNvSpPr>
          <p:nvPr/>
        </p:nvSpPr>
        <p:spPr>
          <a:xfrm>
            <a:off x="8249193" y="610688"/>
            <a:ext cx="3383281" cy="58782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CD4017 Decade Counter Operation</a:t>
            </a:r>
          </a:p>
          <a:p>
            <a:r>
              <a:rPr lang="en-US" dirty="0"/>
              <a:t>Receives clock pulses from IC555 </a:t>
            </a:r>
          </a:p>
          <a:p>
            <a:r>
              <a:rPr lang="en-US" dirty="0"/>
              <a:t>Activates outputs sequentially </a:t>
            </a:r>
          </a:p>
          <a:p>
            <a:r>
              <a:rPr lang="en-US" dirty="0"/>
              <a:t>Drives LEDs one after another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Sequential LED Glowing</a:t>
            </a:r>
          </a:p>
          <a:p>
            <a:r>
              <a:rPr lang="en-US" dirty="0"/>
              <a:t>LEDs glow in running sequence </a:t>
            </a:r>
          </a:p>
          <a:p>
            <a:r>
              <a:rPr lang="en-US" dirty="0"/>
              <a:t>One LED turns ON at a time </a:t>
            </a:r>
          </a:p>
          <a:p>
            <a:r>
              <a:rPr lang="en-US" dirty="0"/>
              <a:t>Creates chasing light effect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Reset Operation</a:t>
            </a:r>
          </a:p>
          <a:p>
            <a:r>
              <a:rPr lang="en-US" dirty="0"/>
              <a:t>Counter resets after final output </a:t>
            </a:r>
          </a:p>
          <a:p>
            <a:r>
              <a:rPr lang="en-US" dirty="0"/>
              <a:t>Sequence restarts automatically </a:t>
            </a:r>
          </a:p>
          <a:p>
            <a:r>
              <a:rPr lang="en-US" dirty="0"/>
              <a:t>Ensures continuous looping operation </a:t>
            </a:r>
          </a:p>
        </p:txBody>
      </p:sp>
    </p:spTree>
    <p:extLst>
      <p:ext uri="{BB962C8B-B14F-4D97-AF65-F5344CB8AC3E}">
        <p14:creationId xmlns:p14="http://schemas.microsoft.com/office/powerpoint/2010/main" val="290366244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8A214-094F-C3FE-E5F0-CA82BBC5E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CA3CC-25CD-7AB3-9370-45E9D1FB3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754" y="1201783"/>
            <a:ext cx="9130937" cy="544789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96FF82F-9FBB-6ED3-0A72-662CFE821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491" y="593746"/>
            <a:ext cx="7965461" cy="471490"/>
          </a:xfrm>
        </p:spPr>
        <p:txBody>
          <a:bodyPr/>
          <a:lstStyle/>
          <a:p>
            <a:r>
              <a:rPr lang="en-US" sz="2800" dirty="0"/>
              <a:t>Single layer design (led circuit)</a:t>
            </a:r>
          </a:p>
        </p:txBody>
      </p:sp>
    </p:spTree>
    <p:extLst>
      <p:ext uri="{BB962C8B-B14F-4D97-AF65-F5344CB8AC3E}">
        <p14:creationId xmlns:p14="http://schemas.microsoft.com/office/powerpoint/2010/main" val="33482330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B7CF0-269B-37A6-621B-F38F89B0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9545D-B816-50CF-F0D6-ABBA4B94F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862"/>
            <a:ext cx="12192000" cy="651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9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EDA5B-F37E-D618-9D58-8A140F57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D1A4C-DABC-7EAB-6384-0E714C4F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58"/>
            <a:ext cx="12192000" cy="633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59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0680A9-56FC-A7D8-E495-A9FE5B41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C9638-3373-7E66-A41B-B00A6DEE9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294"/>
            <a:ext cx="12192000" cy="627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82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08" y="1244841"/>
            <a:ext cx="2584174" cy="675481"/>
          </a:xfrm>
        </p:spPr>
        <p:txBody>
          <a:bodyPr/>
          <a:lstStyle/>
          <a:p>
            <a:r>
              <a:rPr lang="en-US" dirty="0"/>
              <a:t>EMI/EMC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535" y="2193698"/>
            <a:ext cx="3283119" cy="3720337"/>
          </a:xfrm>
        </p:spPr>
        <p:txBody>
          <a:bodyPr>
            <a:normAutofit/>
          </a:bodyPr>
          <a:lstStyle/>
          <a:p>
            <a:r>
              <a:rPr lang="en-US" sz="2400" dirty="0"/>
              <a:t>Ground plane implementation</a:t>
            </a:r>
          </a:p>
          <a:p>
            <a:r>
              <a:rPr lang="en-US" sz="2400" dirty="0"/>
              <a:t>Decoupling Capacitors</a:t>
            </a:r>
          </a:p>
          <a:p>
            <a:r>
              <a:rPr lang="en-US" sz="2400" dirty="0"/>
              <a:t>Reduced switching noise</a:t>
            </a:r>
          </a:p>
          <a:p>
            <a:r>
              <a:rPr lang="en-US" sz="2400" dirty="0"/>
              <a:t>Proper routing paths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81550" y="2210726"/>
            <a:ext cx="3284951" cy="3720337"/>
          </a:xfrm>
        </p:spPr>
        <p:txBody>
          <a:bodyPr>
            <a:normAutofit/>
          </a:bodyPr>
          <a:lstStyle/>
          <a:p>
            <a:r>
              <a:rPr lang="en-US" sz="2400" dirty="0"/>
              <a:t>Differential pair routing</a:t>
            </a:r>
          </a:p>
          <a:p>
            <a:r>
              <a:rPr lang="en-US" sz="2400" dirty="0"/>
              <a:t>Length matching</a:t>
            </a:r>
          </a:p>
          <a:p>
            <a:r>
              <a:rPr lang="en-US" sz="2400" dirty="0"/>
              <a:t>Controlled impedance</a:t>
            </a:r>
          </a:p>
          <a:p>
            <a:r>
              <a:rPr lang="en-US" sz="2400" dirty="0"/>
              <a:t>Reduced crosstalk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565C69-7D6C-C871-CAC9-3DF2BFBE95D2}"/>
              </a:ext>
            </a:extLst>
          </p:cNvPr>
          <p:cNvSpPr txBox="1">
            <a:spLocks/>
          </p:cNvSpPr>
          <p:nvPr/>
        </p:nvSpPr>
        <p:spPr>
          <a:xfrm>
            <a:off x="4702646" y="1267170"/>
            <a:ext cx="3179084" cy="675481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Signal integrity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CONLUSION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875462" cy="3704266"/>
          </a:xfrm>
        </p:spPr>
        <p:txBody>
          <a:bodyPr/>
          <a:lstStyle/>
          <a:p>
            <a:r>
              <a:rPr lang="en-US" dirty="0"/>
              <a:t>Successfully designed and implemented PCB projects </a:t>
            </a:r>
            <a:endParaRPr lang="en-US" b="1" dirty="0"/>
          </a:p>
          <a:p>
            <a:r>
              <a:rPr lang="en-US" dirty="0"/>
              <a:t>Developed practical understanding of </a:t>
            </a:r>
            <a:r>
              <a:rPr lang="en-US" b="1" dirty="0"/>
              <a:t>single-layer</a:t>
            </a:r>
            <a:r>
              <a:rPr lang="en-US" dirty="0"/>
              <a:t> </a:t>
            </a:r>
            <a:r>
              <a:rPr lang="en-US" b="1" dirty="0"/>
              <a:t>PCB design</a:t>
            </a:r>
          </a:p>
          <a:p>
            <a:r>
              <a:rPr lang="en-US" dirty="0"/>
              <a:t>Improved practical skills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fabrication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Soldering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Hardware debugging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{A1E88EAC-58D5-4745-8561-B6FDC9A6BF51}TF8a9b5915-b8c7-461e-8cdd-693d48b5e32371f7b7e2_win32-4bf0b9a2ea37</Template>
  <TotalTime>118</TotalTime>
  <Words>283</Words>
  <Application>Microsoft Office PowerPoint</Application>
  <PresentationFormat>Widescreen</PresentationFormat>
  <Paragraphs>89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LED PCB DESIGN</vt:lpstr>
      <vt:lpstr>agenda</vt:lpstr>
      <vt:lpstr>INTRODUCTION</vt:lpstr>
      <vt:lpstr>LED CHASER CIRCUIT</vt:lpstr>
      <vt:lpstr>WORKING</vt:lpstr>
      <vt:lpstr>Single layer design (led circuit)</vt:lpstr>
      <vt:lpstr>PowerPoint Presentation</vt:lpstr>
      <vt:lpstr>PowerPoint Presentation</vt:lpstr>
      <vt:lpstr>PowerPoint Presentation</vt:lpstr>
      <vt:lpstr>EMI/EMC</vt:lpstr>
      <vt:lpstr>CONLUSION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Deepika Suravarapu</dc:creator>
  <cp:lastModifiedBy>Deepika Suravarapu</cp:lastModifiedBy>
  <cp:revision>3</cp:revision>
  <dcterms:created xsi:type="dcterms:W3CDTF">2026-05-23T03:28:01Z</dcterms:created>
  <dcterms:modified xsi:type="dcterms:W3CDTF">2026-06-03T05:25:56Z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